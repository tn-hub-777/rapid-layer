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ed4b41b504b03" /><Relationship Type="http://schemas.openxmlformats.org/officeDocument/2006/relationships/extended-properties" Target="/docProps/app.xml" Id="R11e280f9009e400a" /><Relationship Type="http://schemas.openxmlformats.org/officeDocument/2006/relationships/officeDocument" Target="/ppt/presentation.xml" Id="Rd9bc9fbaf82c43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2e5bbb50c4490"/>
  </p:sldMasterIdLst>
  <p:notesMasterIdLst>
    <p:notesMasterId xmlns:r="http://schemas.openxmlformats.org/officeDocument/2006/relationships" r:id="Rbc14c20109514d26"/>
  </p:notesMasterIdLst>
  <p:sldIdLst>
    <p:sldId xmlns:r="http://schemas.openxmlformats.org/officeDocument/2006/relationships" id="256" r:id="R915bd0a03ccf4920"/>
    <p:sldId xmlns:r="http://schemas.openxmlformats.org/officeDocument/2006/relationships" id="257" r:id="Rd511b731d3dc4039"/>
    <p:sldId xmlns:r="http://schemas.openxmlformats.org/officeDocument/2006/relationships" id="258" r:id="Ra0a048d976c54f87"/>
    <p:sldId xmlns:r="http://schemas.openxmlformats.org/officeDocument/2006/relationships" id="259" r:id="R661cb1e24a1e4872"/>
    <p:sldId xmlns:r="http://schemas.openxmlformats.org/officeDocument/2006/relationships" id="260" r:id="R5a44d08c421941d7"/>
  </p:sldIdLst>
  <p:sldSz cx="10287000" cy="1371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2e5bbb50c4490" /><Relationship Type="http://schemas.openxmlformats.org/officeDocument/2006/relationships/theme" Target="/ppt/theme/theme1.xml" Id="R74a800d9a79c4d97" /><Relationship Type="http://schemas.openxmlformats.org/officeDocument/2006/relationships/notesMaster" Target="/ppt/notesMasters/notesMaster1.xml" Id="Rbc14c20109514d26" /><Relationship Type="http://schemas.openxmlformats.org/officeDocument/2006/relationships/presProps" Target="/ppt/presProps.xml" Id="R3f4250c4cef449c1" /><Relationship Type="http://schemas.openxmlformats.org/officeDocument/2006/relationships/viewProps" Target="/ppt/viewProps.xml" Id="Ra9c93238c693472a" /><Relationship Type="http://schemas.openxmlformats.org/officeDocument/2006/relationships/tableStyles" Target="/ppt/tableStyles.xml" Id="R10db8847f4954ced" /><Relationship Type="http://schemas.openxmlformats.org/officeDocument/2006/relationships/slide" Target="/ppt/slides/slide1.xml" Id="R915bd0a03ccf4920" /><Relationship Type="http://schemas.openxmlformats.org/officeDocument/2006/relationships/slide" Target="/ppt/slides/slide2.xml" Id="Rd511b731d3dc4039" /><Relationship Type="http://schemas.openxmlformats.org/officeDocument/2006/relationships/slide" Target="/ppt/slides/slide3.xml" Id="Ra0a048d976c54f87" /><Relationship Type="http://schemas.openxmlformats.org/officeDocument/2006/relationships/slide" Target="/ppt/slides/slide4.xml" Id="R661cb1e24a1e4872" /><Relationship Type="http://schemas.openxmlformats.org/officeDocument/2006/relationships/slide" Target="/ppt/slides/slide5.xml" Id="R5a44d08c4219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01dd32cb11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93ddb9bc14435" /><Relationship Type="http://schemas.openxmlformats.org/officeDocument/2006/relationships/notesMaster" Target="/ppt/notesMasters/notesMaster1.xml" Id="R73c8edefe6ab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9932b0f10d409c" /><Relationship Type="http://schemas.openxmlformats.org/officeDocument/2006/relationships/notesMaster" Target="/ppt/notesMasters/notesMaster1.xml" Id="R67a2e934b6a2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54ca44c904271" /><Relationship Type="http://schemas.openxmlformats.org/officeDocument/2006/relationships/notesMaster" Target="/ppt/notesMasters/notesMaster1.xml" Id="R5b43955d6fcd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5c7cdf34554ef8" /><Relationship Type="http://schemas.openxmlformats.org/officeDocument/2006/relationships/notesMaster" Target="/ppt/notesMasters/notesMaster1.xml" Id="R3a4f8cb0237340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bf39e3d7e423b" /><Relationship Type="http://schemas.openxmlformats.org/officeDocument/2006/relationships/notesMaster" Target="/ppt/notesMasters/notesMaster1.xml" Id="R62c7739a59194d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80cbd67ef48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79401F4-DE46-449D-9862-707224C5945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7DF3F9-20A7-4417-9B81-EDFA57989D3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C8DB1D-2774-4263-A23C-87BC5676552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565E0A-6815-4394-9567-3AD753D9ED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a9dfcd394847cb" /><Relationship Type="http://schemas.openxmlformats.org/officeDocument/2006/relationships/slideLayout" Target="/ppt/slideLayouts/slideLayout2.xml" Id="Re44bf4fb2ee2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AE0B1C-3A47-4623-A161-45359E60A07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bf4fb2ee245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ee5abe293455c" /><Relationship Type="http://schemas.openxmlformats.org/officeDocument/2006/relationships/image" Target="/ppt/media/image.jpeg" Id="R9a6ed7b646d24921" /><Relationship Type="http://schemas.openxmlformats.org/officeDocument/2006/relationships/image" Target="/ppt/media/image2.jpeg" Id="Rff8e3fa4a72a479b" /><Relationship Type="http://schemas.openxmlformats.org/officeDocument/2006/relationships/image" Target="/ppt/media/image3.jpeg" Id="R4bb8b1046394401d" /><Relationship Type="http://schemas.openxmlformats.org/officeDocument/2006/relationships/image" Target="/ppt/media/image4.jpeg" Id="R849dea1a171c4451" /><Relationship Type="http://schemas.openxmlformats.org/officeDocument/2006/relationships/notesSlide" Target="/ppt/notesSlides/notesSlide1.xml" Id="R5bdbf082bdee44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cfba9b46543ce" /><Relationship Type="http://schemas.openxmlformats.org/officeDocument/2006/relationships/image" Target="/ppt/media/image5.jpeg" Id="Rcb94d9dd390b43c7" /><Relationship Type="http://schemas.openxmlformats.org/officeDocument/2006/relationships/image" Target="/ppt/media/image6.jpeg" Id="R134ed3f1d17e4f05" /><Relationship Type="http://schemas.openxmlformats.org/officeDocument/2006/relationships/image" Target="/ppt/media/image7.jpeg" Id="R068a53bb6d784c50" /><Relationship Type="http://schemas.openxmlformats.org/officeDocument/2006/relationships/image" Target="/ppt/media/image8.jpeg" Id="Rd6ba6cc114714ad9" /><Relationship Type="http://schemas.openxmlformats.org/officeDocument/2006/relationships/image" Target="/ppt/media/image9.jpeg" Id="R4dce8643081648ae" /><Relationship Type="http://schemas.openxmlformats.org/officeDocument/2006/relationships/image" Target="/ppt/media/image10.jpeg" Id="R9312208286834601" /><Relationship Type="http://schemas.openxmlformats.org/officeDocument/2006/relationships/notesSlide" Target="/ppt/notesSlides/notesSlide2.xml" Id="Rb09916f33e9b4d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7692b4ed94419e" /><Relationship Type="http://schemas.openxmlformats.org/officeDocument/2006/relationships/image" Target="/ppt/media/image11.jpeg" Id="R2ac8ab1f5afd4dd4" /><Relationship Type="http://schemas.openxmlformats.org/officeDocument/2006/relationships/image" Target="/ppt/media/image12.jpeg" Id="R1f72178eb5a44ce1" /><Relationship Type="http://schemas.openxmlformats.org/officeDocument/2006/relationships/image" Target="/ppt/media/image13.jpeg" Id="R550a77bc9e8f438e" /><Relationship Type="http://schemas.openxmlformats.org/officeDocument/2006/relationships/image" Target="/ppt/media/image14.jpeg" Id="Rb0a082314212460c" /><Relationship Type="http://schemas.openxmlformats.org/officeDocument/2006/relationships/image" Target="/ppt/media/image15.jpeg" Id="R0ee6e818e49440ca" /><Relationship Type="http://schemas.openxmlformats.org/officeDocument/2006/relationships/image" Target="/ppt/media/image16.jpeg" Id="Rd5330e15ce414f77" /><Relationship Type="http://schemas.openxmlformats.org/officeDocument/2006/relationships/image" Target="/ppt/media/image17.jpeg" Id="Rbeceed1f0afc44d5" /><Relationship Type="http://schemas.openxmlformats.org/officeDocument/2006/relationships/image" Target="/ppt/media/image18.jpeg" Id="Rb76761e2574c40c3" /><Relationship Type="http://schemas.openxmlformats.org/officeDocument/2006/relationships/image" Target="/ppt/media/image19.jpeg" Id="R0dc4a1bc16094843" /><Relationship Type="http://schemas.openxmlformats.org/officeDocument/2006/relationships/notesSlide" Target="/ppt/notesSlides/notesSlide3.xml" Id="R7a507abe0f06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86f754e914d53" /><Relationship Type="http://schemas.openxmlformats.org/officeDocument/2006/relationships/image" Target="/ppt/media/image20.jpeg" Id="Rc73714e5e7d04c29" /><Relationship Type="http://schemas.openxmlformats.org/officeDocument/2006/relationships/image" Target="/ppt/media/image21.jpeg" Id="R447609fbdee84f60" /><Relationship Type="http://schemas.openxmlformats.org/officeDocument/2006/relationships/image" Target="/ppt/media/image22.jpeg" Id="R63a7c65167a24dda" /><Relationship Type="http://schemas.openxmlformats.org/officeDocument/2006/relationships/image" Target="/ppt/media/image23.jpeg" Id="Rd641da67124845bc" /><Relationship Type="http://schemas.openxmlformats.org/officeDocument/2006/relationships/image" Target="/ppt/media/image24.jpeg" Id="R1db0e8d2b0374250" /><Relationship Type="http://schemas.openxmlformats.org/officeDocument/2006/relationships/image" Target="/ppt/media/image25.jpeg" Id="Rb947548b9f154388" /><Relationship Type="http://schemas.openxmlformats.org/officeDocument/2006/relationships/image" Target="/ppt/media/image26.jpeg" Id="R1c7b6b58b0c54d63" /><Relationship Type="http://schemas.openxmlformats.org/officeDocument/2006/relationships/image" Target="/ppt/media/image27.jpeg" Id="Rd980d3a3b2cf4cfa" /><Relationship Type="http://schemas.openxmlformats.org/officeDocument/2006/relationships/image" Target="/ppt/media/image28.jpeg" Id="R79315ce049b143e1" /><Relationship Type="http://schemas.openxmlformats.org/officeDocument/2006/relationships/notesSlide" Target="/ppt/notesSlides/notesSlide4.xml" Id="R3916ddf7a9ba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e22ff7111c4aa6" /><Relationship Type="http://schemas.openxmlformats.org/officeDocument/2006/relationships/image" Target="/ppt/media/image29.jpeg" Id="Rdfc8d23ba1e94be9" /><Relationship Type="http://schemas.openxmlformats.org/officeDocument/2006/relationships/image" Target="/ppt/media/image30.jpeg" Id="R60774a05f2834b22" /><Relationship Type="http://schemas.openxmlformats.org/officeDocument/2006/relationships/image" Target="/ppt/media/image31.jpeg" Id="R88064810c47d4555" /><Relationship Type="http://schemas.openxmlformats.org/officeDocument/2006/relationships/image" Target="/ppt/media/image32.jpeg" Id="R91afdba8a6ec4aac" /><Relationship Type="http://schemas.openxmlformats.org/officeDocument/2006/relationships/image" Target="/ppt/media/image33.jpeg" Id="R481935dc6b704c0b" /><Relationship Type="http://schemas.openxmlformats.org/officeDocument/2006/relationships/image" Target="/ppt/media/image34.jpeg" Id="R672455b3f5804c89" /><Relationship Type="http://schemas.openxmlformats.org/officeDocument/2006/relationships/image" Target="/ppt/media/image35.jpeg" Id="R34bc2bd814ed4bee" /><Relationship Type="http://schemas.openxmlformats.org/officeDocument/2006/relationships/image" Target="/ppt/media/image36.jpeg" Id="R4aae3c04b48b4dfd" /><Relationship Type="http://schemas.openxmlformats.org/officeDocument/2006/relationships/image" Target="/ppt/media/image37.jpeg" Id="R34c768ed5e124889" /><Relationship Type="http://schemas.openxmlformats.org/officeDocument/2006/relationships/notesSlide" Target="/ppt/notesSlides/notesSlide5.xml" Id="Rbd9299df739e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3F627-486A-472A-A414-55A3C26E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DADB5-3508-47E0-A005-1CB90302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1239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4FBA8-AED6-4970-857C-226F862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1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52D71-8851-4ACA-84B6-DA7187B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BACE7-71D4-4357-848D-38783525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WORK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48545-C55E-4F99-BF4F-577F7EF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902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71717"/>
                </a:solidFill>
              </a:defRPr>
            </a:pPr>
            <a:r>
              <a:rPr sz="6150" b="1">
                <a:solidFill>
                  <a:srgbClr val="171717"/>
                </a:solidFill>
              </a:rPr>
              <a:t>GIRAJ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CA5F8-2B29-4BD8-90F3-DC956376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3733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7635B"/>
                </a:solidFill>
              </a:defRPr>
            </a:pPr>
            <a:r>
              <a:rPr sz="2100" b="0">
                <a:solidFill>
                  <a:srgbClr val="67635B"/>
                </a:solidFill>
              </a:rPr>
              <a:t>Custom 3D printing studio for prototypes, functional parts, enclosures, models, and experimental builds.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C389A-0B30-436A-A3E4-A887C7B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8AD36-A0B6-4B36-A22E-F754B4D8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0C669-AAAC-466D-A258-C496C0B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B5424-83DC-404E-A93E-9A8E3D4A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C970-101A-44B6-A787-30B6D48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86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PETG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81071-272C-4A73-9B4B-1E4C6A03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D6BAD-7B6E-4C5D-A18F-F72E4B1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TPU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84B55-83E8-45DC-ACBB-69029C97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162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2B4A1-56A5-433C-B94E-CD78145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0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AC343-AE5D-40C3-A24C-8845520C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9517A-B5E7-4621-9B1E-3B8B4BB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007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RESIN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7A176-AFF6-4E24-AE54-6AC97BE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B"/>
                </a:solidFill>
              </a:defRPr>
            </a:pPr>
            <a:r>
              <a:rPr sz="1500" b="0">
                <a:solidFill>
                  <a:srgbClr val="67635B"/>
                </a:solidFill>
              </a:rPr>
              <a:t>Edit the startup name, description, and material list directly after importing this file into Canva.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7D272-87A9-4487-A157-3628AA47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4095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34AC9-99CB-48C7-B5C6-BBA4EB3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62100"/>
            <a:ext cx="4095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1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ed7b646d24921"/>
          <a:stretch xmlns:a="http://schemas.openxmlformats.org/drawingml/2006/main"/>
        </p:blipFill>
        <p:spPr>
          <a:xfrm xmlns:a="http://schemas.openxmlformats.org/drawingml/2006/main">
            <a:off x="5486400" y="1820162"/>
            <a:ext cx="3790950" cy="2836676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46C13-2E9C-4970-8E07-2C1A1C4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4095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5F1D8-CC73-4555-911D-422B8BC5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3D PRINTING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DB006-6CE3-4F06-A757-5EB9D9CC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340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2C7"/>
                </a:solidFill>
              </a:defRPr>
            </a:pPr>
            <a:r>
              <a:rPr sz="1350" b="0">
                <a:solidFill>
                  <a:srgbClr val="D7D2C7"/>
                </a:solidFill>
              </a:rPr>
              <a:t>Prototypes, miniatures, fixtures, and custom parts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B715F-43CB-4BAE-9485-9E98904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91600"/>
            <a:ext cx="2609850" cy="3371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71899-BB27-4F73-BDE4-F9967E16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58250"/>
            <a:ext cx="2609850" cy="3371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e3fa4a72a479b"/>
          <a:srcRect xmlns:a="http://schemas.openxmlformats.org/drawingml/2006/main" l="21555" t="0" r="21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8953500"/>
            <a:ext cx="2419350" cy="318135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E1C6E-BB6B-473C-BAF7-5FBE47C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324850"/>
            <a:ext cx="2609850" cy="4038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FE46E-8D8C-46F4-800F-037304D6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191500"/>
            <a:ext cx="2609850" cy="4038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8b1046394401d"/>
          <a:srcRect xmlns:a="http://schemas.openxmlformats.org/drawingml/2006/main" l="7978" t="0" r="7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8286750"/>
            <a:ext cx="2419350" cy="384810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37C88-9EFE-496E-82A2-E73D389F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91600"/>
            <a:ext cx="2609850" cy="3371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B765DC-C567-45CD-85BB-0E0FE04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858250"/>
            <a:ext cx="2609850" cy="3371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dea1a171c4451"/>
          <a:srcRect xmlns:a="http://schemas.openxmlformats.org/drawingml/2006/main" l="21555" t="0" r="21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953500"/>
            <a:ext cx="2419350" cy="3181350"/>
          </a:xfrm>
          <a:prstGeom xmlns:a="http://schemas.openxmlformats.org/drawingml/2006/main" prst="round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8DF5D-C46B-4C45-96A0-AE8EB78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35B"/>
                </a:solidFill>
              </a:defRPr>
            </a:pPr>
            <a:r>
              <a:rPr sz="1350" b="0">
                <a:solidFill>
                  <a:srgbClr val="67635B"/>
                </a:solidFill>
              </a:rPr>
              <a:t>Selected work from the current image folder, arranged as editable image cards for easy updating in Canva.</a:t>
            </a:r>
          </a:p>
        </p:txBody>
      </p:sp>
    </p:spTree>
    <p:extLst>
      <p:ext uri="{BB962C8B-B14F-4D97-AF65-F5344CB8AC3E}">
        <p14:creationId xmlns:p14="http://schemas.microsoft.com/office/powerpoint/2010/main" val="2047673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44AF4-9D19-48D6-9B9F-7B68DB51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75872-7AF2-470F-8FA2-A6F0A73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1239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43836-F5EB-4943-A46B-75F2E11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1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2034F-359F-46FA-A897-29255CC4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Featured Builds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D4234-5F67-4522-8591-9E7DB67F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35B"/>
                </a:solidFill>
              </a:defRPr>
            </a:pPr>
            <a:r>
              <a:rPr sz="1650" b="0">
                <a:solidFill>
                  <a:srgbClr val="67635B"/>
                </a:solidFill>
              </a:rPr>
              <a:t>A curated set of the strongest photos for quick browsing and first impressions.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4146D-EBEE-4A0E-AC53-1A14BEA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8110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CF917-FFE0-443C-8215-A9272690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57300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3934A-0712-4570-B1F1-8420C42E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3905250" cy="44767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CE0E-310D-4649-9A3B-54AE6CA6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905250" cy="44767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4d9dd390b43c7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819400"/>
            <a:ext cx="3714750" cy="4286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9BA79-7742-46C5-BA57-58B2FDD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4438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10BE2-953E-4A88-859E-0B66A1EB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4438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ed3f1d17e4f05"/>
          <a:srcRect xmlns:a="http://schemas.openxmlformats.org/drawingml/2006/main" l="0" t="19428" r="0" b="19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819400"/>
            <a:ext cx="4248150" cy="19431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40C3-134E-47DB-BFEA-4A0434F8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00650"/>
            <a:ext cx="4438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6E2C0-A058-4D2C-BA06-54F788F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67300"/>
            <a:ext cx="4438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a53bb6d784c50"/>
          <a:srcRect xmlns:a="http://schemas.openxmlformats.org/drawingml/2006/main" l="0" t="19428" r="0" b="19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5162550"/>
            <a:ext cx="4248150" cy="194310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8876-AC05-45B9-8D3D-9E88A9FD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7715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A2FE5-FC3B-48E9-A7E6-00C16B4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4380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a6cc114714ad9"/>
          <a:srcRect xmlns:a="http://schemas.openxmlformats.org/drawingml/2006/main" l="22964" t="0" r="22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7639050"/>
            <a:ext cx="2533650" cy="3505200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C2B32-9174-4898-B20C-D6AE8630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67715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FA37E-5761-4825-92D8-6F8604BD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54380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e8643081648ae"/>
          <a:srcRect xmlns:a="http://schemas.openxmlformats.org/drawingml/2006/main" l="22964" t="0" r="22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675" y="7639050"/>
            <a:ext cx="2533650" cy="35052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21EE1-9884-48BD-8127-56529368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7715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D3B44-DEAE-43FC-9C3D-B0405EA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543800"/>
            <a:ext cx="2724150" cy="3695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2208286834601"/>
          <a:srcRect xmlns:a="http://schemas.openxmlformats.org/drawingml/2006/main" l="1701" t="0" r="17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39050"/>
            <a:ext cx="2533650" cy="35052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94513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C72A6-88B9-4597-8DCF-EFAB1EB6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05021-4A40-4480-89C3-744EF4D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1239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2EB42-AF25-413B-8EDF-D5100BD3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1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CD9B0-C536-4CB9-80CB-5329F1A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Functional Parts &amp; Fixtures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285DB-16DD-4195-AC86-7885C41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35B"/>
                </a:solidFill>
              </a:defRPr>
            </a:pPr>
            <a:r>
              <a:rPr sz="1650" b="0">
                <a:solidFill>
                  <a:srgbClr val="67635B"/>
                </a:solidFill>
              </a:rPr>
              <a:t>Mechanical details, custom brackets, holders, and prototype-ready utility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BFAE2-EBEF-47C6-AEA1-1760622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8110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DDF31-6CB1-4ECD-B9EA-B20F1F58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57300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0B4AF-79AC-4E7A-BDEF-5AABF20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48D1C-24B2-47E5-9AE3-247E271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8ab1f5afd4dd4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910E6-9692-48C2-9F35-601D44E1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D798E-9FF9-4DBB-87F8-F01D80CD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2178eb5a44ce1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D2AC8-097D-4E38-A406-A8E28A90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803F1-0E48-4490-9B56-66991964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a77bc9e8f438e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DDCAC-8AEF-4342-9D2E-0A42846E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7CCD2-B025-4B58-96D7-17413F40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082314212460c"/>
          <a:srcRect xmlns:a="http://schemas.openxmlformats.org/drawingml/2006/main" l="0" t="12307" r="0" b="12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D05C1-B080-49F8-804C-DB0884C9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F81CC-EB7B-4495-BEB8-49BEB6B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6e818e49440ca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AFA7C-0946-47B7-8469-1601DE0A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79BDE-F47E-4B7F-BD5D-CCD688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30e15ce414f77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1B472-854B-4433-9E07-75DFA27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BBC02-B9A0-40C6-83A3-8357D63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eed1f0afc44d5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D61D-B291-4FCE-B2B2-CBCAF5E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04E13-DB42-473C-8EBA-61F6381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761e2574c40c3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90D9B-4BBA-4C79-8379-66F2B47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89E5C3-A331-4A35-967A-20B6D94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4a1bc16094843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8801100"/>
            <a:ext cx="2552700" cy="2571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55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2CF45-C796-4243-AE5B-807C106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7BFE6-F4AE-4ED3-8B0D-28977FCB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1239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AE3CF-9B79-4DC5-B5A3-E5CFD7F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1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5CF6E-E353-40CE-826D-2068480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Models &amp; Miniatures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DF8B5-C741-4A72-8DD5-CA583387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35B"/>
                </a:solidFill>
              </a:defRPr>
            </a:pPr>
            <a:r>
              <a:rPr sz="1650" b="0">
                <a:solidFill>
                  <a:srgbClr val="67635B"/>
                </a:solidFill>
              </a:rPr>
              <a:t>Character prints, articulated parts, and creative builds that show variety beyond engineering components.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3DB8C-9FD6-4214-8450-35BFCC24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8110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E39E9-0672-4054-AF0F-E081A453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57300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7D7AE-13F9-4F99-824A-F33C395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89F6D-E3D2-4F48-AEB6-B0448E7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714e5e7d04c29"/>
          <a:srcRect xmlns:a="http://schemas.openxmlformats.org/drawingml/2006/main" l="0" t="12307" r="0" b="12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72D67-06E4-4FF2-BC3A-97EA9425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1AB5-DD67-44E7-9C59-8AABC632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609fbdee84f60"/>
          <a:srcRect xmlns:a="http://schemas.openxmlformats.org/drawingml/2006/main" l="0" t="12307" r="0" b="12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3F8DD-258D-4006-9631-34ABF452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1C3F0-1077-4126-82E5-254E20B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7c65167a24dda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3FCC0-FFF2-4323-A881-54860306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A32F4-A58F-47F3-B8BF-DB231DE1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1da67124845bc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2F022-652B-4CFB-AF6D-830F65F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A5A52-94A9-44D7-B847-20BB785B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0e8d2b0374250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DBF70-87C8-4864-B0CE-8B70D66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7BED5-DA8B-47FB-AA84-45543A6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7548b9f154388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3E1F7-F6FF-4D47-874F-D6CF652C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A4EEE-DC1B-440A-A1AA-597FF86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b6b58b0c54d63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79147-8AFE-4F5A-A059-1083302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CDAEF-85E0-41A7-85F1-295EFA3A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0d3a3b2cf4cfa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A92BF9-6CD0-45DD-ACB1-1912CA5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D8E1E-0A88-430D-BCDA-84F6F7E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15ce049b143e1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8801100"/>
            <a:ext cx="2552700" cy="2571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0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46C166-D707-4732-AA1F-203533F78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349B4-7CC9-4A5E-BE38-4CCF9264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43C4F-B588-4205-9B71-577508B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1239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C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4DB75-691D-4AE7-8638-BE784A0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1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5BDFD-F89B-44A6-80A0-03D8AA4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Assemblies &amp; Surface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72A0A-9401-4910-A783-E630A6DA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35B"/>
                </a:solidFill>
              </a:defRPr>
            </a:pPr>
            <a:r>
              <a:rPr sz="1650" b="0">
                <a:solidFill>
                  <a:srgbClr val="67635B"/>
                </a:solidFill>
              </a:rPr>
              <a:t>Grouped parts, surface-finish views, and assembly shots that work well in a portfolio-style catalog.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D429E-152C-4112-82DC-4B7FDFC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8110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79100-CFDF-4305-8A05-A1FA32C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57300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1AA9C-FF67-44BE-93C8-03713BC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BCD7A-3FAF-4DB1-8FE7-988C7789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8d23ba1e94be9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21D88-923D-4B4D-93CB-524AF7D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D564A-F4E0-4930-84CB-EA0A3D0B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74a05f2834b22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DA83A-65EA-42DC-B6BE-DC77578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B8ABB-A4FF-4F47-BAD5-02319769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64810c47d4555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28194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B62D0-2532-4819-AB7E-EE0F30D9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6849B-6B89-4F75-9183-371D8D6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fdba8a6ec4aac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A51E2-AA12-4962-97F3-A0081B6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D46E4-B7F0-4E73-A0AD-F305D0F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935dc6b704c0b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CD912-52DF-4049-84FF-48B677E2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483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A72BA-682D-4295-BF17-ACDEE69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55b3f5804c89"/>
          <a:srcRect xmlns:a="http://schemas.openxmlformats.org/drawingml/2006/main" l="12873" t="0" r="12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581025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CFCEB-56E5-4E88-BD53-EE682E98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E90F1-BC7F-410E-B486-F60B2FFF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c2bd814ed4bee"/>
          <a:srcRect xmlns:a="http://schemas.openxmlformats.org/drawingml/2006/main" l="0" t="12307" r="0" b="12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94A78-8E0B-4FF9-A766-3DA1088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12306-61AF-4A52-81C8-EB8B91E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3c04b48b4dfd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8801100"/>
            <a:ext cx="2552700" cy="2571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EAC61-A9BE-4B96-86BA-0A060A0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83920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CC3190-DA85-4157-8272-288A504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705850"/>
            <a:ext cx="2743200" cy="2762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768ed5e124889"/>
          <a:srcRect xmlns:a="http://schemas.openxmlformats.org/drawingml/2006/main" l="0" t="12317" r="0" b="12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8801100"/>
            <a:ext cx="2552700" cy="2571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48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2026-04-18T08:10:16.3400000Z</dcterms:created>
  <dcterms:modified xsi:type="dcterms:W3CDTF">2026-04-18T08:10:16.3400000Z</dcterms:modified>
</coreProperties>
</file>